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湖北楚云数航科技有限公司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AI驱动的跨境电商、AI内容与算力园区运营平台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公司围绕AI漫剧制作与培训、跨境店群投资与孵化、OPC园区基建与运营、AI算力运营及销售四大业务展开。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以高校人才、政府园区、跨境渠道、内容生产、算力资源和产业服务商为核心资源，形成可招商、可交付、可复制的产业平台。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战略合作方向包含光谷超算中心等算力资源，支撑AI内容、电商运营、虚拟商品和企业智能化应用。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我们是一家什么公司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不是单一培训机构，而是AI产业应用与OPC孵化的综合运营商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面向高校、政府园区、创业团队、投资人、跨境商家、AI内容团队和企业客户，提供课程培训、项目孵化、系统工具、园区运营和资源撮合。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以“平台统一管控+项目公司/店群实战+AI内容生产+算力资源支撑+园区载体落地”为核心模式。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目标是把AI内容、跨境电商、创业孵化和算力应用从零散项目变成规模化、标准化、可监管的产业服务。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企业愿景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让AI能力、跨境渠道与园区载体成为年轻人和中小企业的增长基础设施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愿景：打造湖北领先、面向全国复制的AI数字贸易与OPC全域孵化平台。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使命：让学生、创业者和企业用一套平台完成学习、内容生产、开店运营、算力使用、资源对接和项目成长。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价值主张：政府看得见产业成果，高校拿得到实训转化，企业接得住AI应用，投资人看得到真实数据。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四大业务版块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从内容、店群、园区到算力，构建AI产业应用闭环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AI漫剧制作与培训：面向短剧、漫剧、虚拟人、AI视频和内容电商，提供课程、工具、剧本、制作流程和商业化训练。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跨境店群投资与孵化：围绕TikTok、Ozon、速卖通、独立站等赛道，组织店群投资、运营陪跑、分润结算和项目孵化。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OPC园区基建与运营：建设跨境产品展示、实景直播、创业路演、AI算力实训、工商托管和政企展示一体化载体。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4178807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123944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AI算力运营及销售：联合光谷超算中心等资源，开展算力采购、API中转、企业应用套壳、模型服务和算力衍生产品销售。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AI漫剧制作与培训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把AI内容生产变成可学习、可交付、可商业化的训练体系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课程内容覆盖AI剧本策划、分镜生成、角色一致性、配音字幕、短视频剪辑、账号矩阵和内容投流。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适合高校实训、就业创业课程、园区创作者训练营、MCN/内容团队升级和企业品牌内容生产。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商业路径包括培训收费、项目制作、账号运营、内容带货、品牌宣传片和AI漫剧IP孵化。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跨境店群投资与孵化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以真实店铺和经营数据筛选项目，而不是只停留在课程培训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通过店群管理系统统一承接选品、刊登、订单、库存、客服、复盘和风控，形成可追踪经营数据。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投资人和企业可参与店铺托管、品牌出海、货源合作、渠道分成、项目投资和运营合伙。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学生和创业者从实训进入真实店铺运营，用订单、GMV、利润、复购和成长档案证明项目价值。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OPC园区基建与运营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让园区具备招商、孵化、展示、直播、培训和数据监管能力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室内空间承接OPC工位、AI算力实训室、跨境店群运营区、校企洽谈室和项目路演区。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户外及公共空间承接跨境产品展销、实景直播、创业活动、品牌路演和政府参观展示。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园区运营输出标准化SOP、招商材料、分中心机制、政策申报材料和产业数据看板。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AI算力运营及销售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以光谷超算中心战略合作为资源基础，服务AI内容与企业应用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算力业务包括算力资源销售、API平台中转、模型调用服务、企业应用套壳和算力衍生产品运营。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优先服务AI漫剧、跨境电商选品与客服、数字人直播、虚拟商品、企业知识库和园区数据大屏。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通过与光谷超算中心等资源合作，形成“算力资源+应用场景+销售渠道+项目孵化”的商业闭环。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四类平台能力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业务不是散点，而由平台能力持续沉淀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AI内容与漫剧制作中台：沉淀剧本、角色、分镜、素材、模板、制作任务和商业发布流程。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跨境店群运营管理平台：管理店铺、订单、库存、客服、财务、分润、投资和经营复盘。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OPC园区数字化运营平台：管理工位、学员、项目、活动、政策申报、数据看板和政企展示。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4178807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123944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AI算力运营与销售平台：承接算力套餐、API调用、客户订单、模型应用、成本核算和渠道销售。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资源渠道与合作方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高校、政府园区、跨境渠道、算力资源与产业服务商共同构成生态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高校资源：共建数字贸易、AI内容制作、SYB/双创课程、实习实训基地和创新创业学分体系。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政府与园区资源：围绕光谷科学岛、产业园区、创业载体、政策申报、赛事活动和招商展示展开合作。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跨境与服务商资源：对接TikTok、Ozon、速卖通、独立站、ERP、货源池、支付物流和内容电商团队。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4178807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123944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算力资源：与光谷超算中心等资源建立战略合作，支撑AI内容、电商智能化和企业AI应用落地。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合作模式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让每类伙伴都能清楚知道如何进入楚云数航生态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高校合作：共建AI漫剧与跨境电商实训基地，输出课程、导师、项目、平台和就业创业成果。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园区合作：共建OPC孵化载体，楚云负责方案、运营、招商、培训、活动、数据和项目孵化。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投资合作：围绕跨境店群、AI内容项目、算力应用项目设立投资、托管、分润和项目库机制。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4178807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123944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算力合作：联合光谷超算中心等资源，以渠道销售、应用封装、API平台和行业解决方案实现变现。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阶段性落地重点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先做可展示、可成交、可复制的样板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第一阶段：完善官网、企业宣发PPT、招商材料、AI漫剧课程框架、跨境店群合作方案和算力合作介绍。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第二阶段：打造高校实训与OPC园区样板，形成课程、工位、店铺、内容生产、算力调用和数据看板。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第三阶段：引入跨境服务商、内容团队、算力渠道、投资人和企业客户，形成可持续项目库。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4178807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123944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第四阶段：推动分中心复制，形成湖北AI数字贸易与OPC全域孵化标杆。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官网内容落点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把新增业务自然放进官网，而不是堆概念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首页业务版图：展示四大业务，用户第一屏即可理解楚云数航能做什么。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关于我们：说明公司定位、资源渠道、光谷超算中心战略合作和四类核心能力。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3428999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374135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合作体系：按高校、园区、投资人、算力伙伴、内容团队分别设置合作入口。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4178807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123944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投资与合作页：突出项目阶段、资源合作状态、算力与园区样板、可对接的投资项目。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Microsoft YaHei"/>
              </a:rPr>
              <a:t>结束页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33856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12B24"/>
                </a:solidFill>
                <a:latin typeface="Microsoft YaHei"/>
              </a:rPr>
              <a:t>楚云数航：以AI赋能内容，以店群连接全球，以园区承载项目，以算力驱动未来</a:t>
            </a:r>
          </a:p>
        </p:txBody>
      </p:sp>
      <p:sp>
        <p:nvSpPr>
          <p:cNvPr id="5" name="Oval 4"/>
          <p:cNvSpPr/>
          <p:nvPr/>
        </p:nvSpPr>
        <p:spPr>
          <a:xfrm>
            <a:off x="786384" y="1929384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74519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一人起步，平台加持；高校共创，园区承载；AI赋能，数航出海。</a:t>
            </a:r>
          </a:p>
        </p:txBody>
      </p:sp>
      <p:sp>
        <p:nvSpPr>
          <p:cNvPr id="7" name="Oval 6"/>
          <p:cNvSpPr/>
          <p:nvPr/>
        </p:nvSpPr>
        <p:spPr>
          <a:xfrm>
            <a:off x="786384" y="2679191"/>
            <a:ext cx="109728" cy="109728"/>
          </a:xfrm>
          <a:prstGeom prst="ellipse">
            <a:avLst/>
          </a:prstGeom>
          <a:solidFill>
            <a:srgbClr val="D1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24327"/>
            <a:ext cx="10378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Microsoft YaHei"/>
              </a:rPr>
              <a:t>湖北楚云数航科技有限公司正在构建面向高校、政府、园区、企业和投资伙伴的AI数字贸易新基础设施。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icrosoft YaHe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